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EXAMPLE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Signify Health — Initiator &amp; Responder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CommonWell V4.4  |  POU = TREATMENT  |  REST / FHIR R4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8288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657600" cy="1051560"/>
          </a:xfrm>
          <a:prstGeom prst="rect">
            <a:avLst/>
          </a:prstGeom>
          <a:solidFill>
            <a:srgbClr val="162A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659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PATIENT: Maria Johnson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DOB: 1958-03-12 | F | 4521 Oak Lane, Tampa, FL 33609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Signify ID: SGN-44821 | AA: 2.16.840.1.113883.3.SIGNIFY.AA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at: Tampa General · BayCare · MinuteClinic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657600" cy="1051560"/>
          </a:xfrm>
          <a:prstGeom prst="rect">
            <a:avLst/>
          </a:prstGeom>
          <a:solidFill>
            <a:srgbClr val="162A3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9659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CLINICIAN: Dr. Patel | NPI: 1234567890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visit next Tuesday — needs Maria's full history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POU: TREATMENT | Role: 112247003 (Physician, SNOMED)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OID: 2.16.840.1.113883.3.SIGNIFY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3657600" cy="160020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200400"/>
            <a:ext cx="54864" cy="160020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24612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INITIATOR (Slide 2–3)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Roster → Create Patient in MPI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Get Patient Links (autolink → LOLA 2)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Probable Links → Manual Link (LOLA 1→2)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Document Query (LOCAL ID, Broker fans out)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Document Retrieve → CCDA→FHIR → Deliver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3657600" cy="1600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3200400"/>
            <a:ext cx="54864" cy="1600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324612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(Slide 4)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later — Tampa General ER needs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Maria's Signify records for chest pain workup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CW Broker → OAuth2 token from your server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Broker → GET /DocumentReference (your local ID)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Consent check → Binary retrieve → CCDA gen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Initiator Steps 1–3: Create Patient → Patient Links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594360"/>
            <a:ext cx="10972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31520"/>
            <a:ext cx="4206240" cy="2331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31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</a:t>
            </a:r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/v2/org/2.16.840.1.113883.3.SIGNIFY/Patient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"identifier": [{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"value": "SGN-44821",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"system": "2.16.840.1.113883.3.SIGNIFY.AA",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"use": "official"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[{"given":["Maria"],"family":["Johnson"]}],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"birthDate": "1958-03-12",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"gender": "F",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"address": [{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"line": ["4521 Oak Lane"],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"city":"Tampa","state":"FL","postalCode":"33609"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754880" y="731520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731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</a:t>
            </a:r>
            <a:pPr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.../PatientLink/SGN-44821%5E%5E%5E%26...%26ISO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8686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45720" cy="868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6187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LOLA 2 — Tampa General Hospital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 ID: TGH-99201 | System: ...TGH.AA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Maria Johnson — exact match → autolinked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023360" cy="8686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94560"/>
            <a:ext cx="45720" cy="868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22199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LOLA 2 — BayCare Health System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 ID: BC-55032 | System: ...BAYCARE.AA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Maria Elena Johnson — multi-part name match (§8.4.1)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5120640" cy="16002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00400"/>
            <a:ext cx="512064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00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Probable Link → Manual Link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54787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.../ProbableLink/SGN-44821... → returns LOLA 1: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MinuteClinic | ID: MC-7781 | Name: Maria Johnson-Garcia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Hyphenated last name → MPI not confident → LOLA 1 (can't query docs yet)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review: Same DOB ✓ Same address ✓ Maiden name ✓ → Same person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.../PatientLink/001B590E-.../Link</a:t>
            </a:r>
            <a:endParaRPr lang="en-US" sz="800" dirty="0"/>
          </a:p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LOLA 1 → LOLA 2. Maria now has 3 confirmed links across 3 facilities.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69280" y="3200400"/>
            <a:ext cx="3108960" cy="1600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52160" y="3246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LOLA Levels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LOLA 1: Probabilistic match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Can't query documents yet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Needs manual review + Link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LOLA 2: Confirmed (auto or manual)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CAN query documents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Broker uses for fan-out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LOLA 3/4: Not yet implemented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Initiator Steps 4–5: Document Query → Retrieve → Deliver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594360"/>
            <a:ext cx="10972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7315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</a:t>
            </a:r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/v2/R4/DocumentReference?patient.identifier=2.16.840.1.113883.3.SIGNIFY.AA|SGN-44821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call with YOUR LOCAL patient identifier — NOT remote IDs. CHA Broker resolves MPI links internally and fans out.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206240" cy="20116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71600"/>
            <a:ext cx="4206240" cy="27432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 Broker Does Internally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75564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755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your local ID (SIGNIFY.AA|SGN-44821)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075688"/>
            <a:ext cx="201168" cy="201168"/>
          </a:xfrm>
          <a:prstGeom prst="ellipse">
            <a:avLst/>
          </a:prstGeom>
          <a:solidFill>
            <a:srgbClr val="0D6E8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075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2057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MPI → finds 3 LOLA 2 links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395728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" y="2377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remote IDs: TGH-99201, BC-55032, MC-7781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2715768"/>
            <a:ext cx="201168" cy="20116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715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" y="26974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out to each org's Responding Gateway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3035808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35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" y="3017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all DocumentReferences into ONE Bundle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1371600"/>
            <a:ext cx="4023360" cy="20116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371600"/>
            <a:ext cx="402336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Response — 6 Documents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1737360"/>
            <a:ext cx="45720" cy="45720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17373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 General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Summary (CCDA) · Lab Report (PDF) · Progress Note (CCDA)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92040" y="2286000"/>
            <a:ext cx="4572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2286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BayCare Health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2468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Consult (CCDA) · Echo Report (PDF)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92040" y="2834640"/>
            <a:ext cx="4572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8346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MinuteClinic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Summary (CCDA)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3520440"/>
            <a:ext cx="420624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520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</a:t>
            </a:r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{DocumentReference.content.attachment.url}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920" y="37947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Response per document: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"resourceType": "Binary",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"contentType": "text/xml",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"PENsaW5pY2FsRG9j...",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"Binary/{base64-doc-id}"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754880" y="3520440"/>
            <a:ext cx="4023360" cy="1417320"/>
          </a:xfrm>
          <a:prstGeom prst="rect">
            <a:avLst/>
          </a:prstGeom>
          <a:solidFill>
            <a:srgbClr val="E8F7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37760" y="3584448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per document: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→ base64 decode → raw CCDA/PDF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parse CCDA XML → FHIR R4 resources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BigQuery audit → Kafka publish → Signify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Patel arrives with Maria's full history — cardiology consult, labs, discharge summary, visit notes from 3 facilities. No surprises, no duplicate tests.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Responder — Tampa General ER Queries Signify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669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later: Maria in ER with chest pain. ER doctor needs her Signify home visit records.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20624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CW Broker → Your OAuth2 Server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/signify/oauth2/token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grant_type=client_credentials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client_id + client_secret (from CW Portal config)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scope=system/DocumentReference.read system/Binary.read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Returns short-lived Bearer token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02336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9144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Broker → Your DocumentReference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/fhir/R4/DocumentReference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?patient.identifier=SIGNIFY.AA|SGN-44821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{your-issued-token}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Broker passes YOUR local ID — it already resolved the link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572000" cy="123444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14884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Gateway Internal Logic: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Validate OAuth2 Bearer token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Consent check: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consentToDisclose=true? ✓ → CW.TREATMENT.consent=true? ✓ → PD1-12≠Y? ✓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Query Firestore index → find Maria's IHE eval + DPS lab bundles in GCS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 FHIR Bundle with 2 DocumentReferences (text/xml + application/pdf)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103120"/>
            <a:ext cx="3657600" cy="1234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2103120"/>
            <a:ext cx="45720" cy="1234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1488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Contributor Required Fields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DocumentReference (§10.2.1):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0D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.content.attachment.contentType = MIME type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0D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.content.attachment.url = Binary endpoint URL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0D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.masterIdentifier, .status, .subject, .category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(§10.2.2):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0D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.contentType = MIME type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0D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.data = base64-encoded document content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206240" cy="1417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4206240" cy="25603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474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Binary Retrieve (per document)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IHE Home Visit Evaluation: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0D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/fhir/R4/Binary/ihe-eval-001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bundle → Jinja2 CCDA template → base64 → contentType: text/xml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Sections: Vitals, Meds, Problems, Social Hx, Functional Status, Labs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 Lab Result: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/fhir/R4/Binary/dps-lab-001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PDF from GCS → base64 → contentType: application/pdf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3474720"/>
            <a:ext cx="4023360" cy="868680"/>
          </a:xfrm>
          <a:prstGeom prst="rect">
            <a:avLst/>
          </a:prstGeom>
          <a:solidFill>
            <a:srgbClr val="E8F7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FOR ER DOCTOR: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Maria's Signify assessment (CCDA: BP trending up, on metoprolol, functional status) + DPS labs (PDF: elevated troponin). Informs chest pain workup — no duplicate tests, faster diagnosis.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4434840"/>
            <a:ext cx="4023360" cy="4572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4434840"/>
            <a:ext cx="457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44622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AUDIT: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requestor Subject ID, Org, NPI, POU from JWT claims → BigQuery. Required for Privacy Disclosure Accounting.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Linking Guide + Endpoint Reference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566928"/>
            <a:ext cx="10972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85800"/>
            <a:ext cx="841248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85800"/>
            <a:ext cx="36576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777240"/>
            <a:ext cx="731520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77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Autolinked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71600" y="685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auto-matches (exact demo)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83280" y="685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Patient Links — already LOLA 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760720" y="749808"/>
            <a:ext cx="292608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749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.../PatientLink/{id}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65760" y="1161288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161288"/>
            <a:ext cx="36576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1252728"/>
            <a:ext cx="73152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2527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371600" y="1161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mismatch — LOLA 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1161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 Links → review → Link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60720" y="1225296"/>
            <a:ext cx="292608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225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.../ProbableLink + PUT .../Link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65760" y="1636776"/>
            <a:ext cx="841248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1636776"/>
            <a:ext cx="36576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1728216"/>
            <a:ext cx="731520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1728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371600" y="16367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person linked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83280" y="16367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 — permanent, blocks re-auto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760720" y="1700784"/>
            <a:ext cx="292608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1700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.../Unlink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365760" y="2112264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2112264"/>
            <a:ext cx="36576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2203704"/>
            <a:ext cx="73152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22037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371600" y="21122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data, all links suspect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83280" y="21122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— detach all, allow re-match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760720" y="2176272"/>
            <a:ext cx="292608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585216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.../ResetLink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57200" y="2651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REST/FHIR ENDPOINTS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852928"/>
          <a:ext cx="5715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1097280"/>
                <a:gridCol w="502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2563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/v2/org/{OrgId}/Patient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Create/Update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§8.3.1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/v2/org/{OrgId}/Patient/{PatientID}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Patient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§8.3.2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/v2/org/{OrgId}/Patient/{PatientID}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§8.3.3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EA58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.../Patient/{NonSurvivingID}/Merge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§8.3.4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2563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.../Patient/{PatientID}/Disclosure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Disclosure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§8.3.5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.../Patient/{PatientID}/Disclosure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Disclosure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§8.3.5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.../PatientLink/{PatientID}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Links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§8.4.1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.../ProbableLink/{PatientID}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Probable Links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§8.4.2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EA58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.../PatientLink/{LinkID}/Link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Link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§8.4.3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EA58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.../PatientLink/{LinkID}/Unlink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Unlink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§8.4.4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EA58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.../Patient/{PatientID}/ResetLink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Links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§8.4.5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/v2/R4/DocumentReference?patient.identifier=...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Query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§10.2.1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{attachment.url}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Retrieve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§10.2.2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2563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/v2/R4/Patient/$match</a:t>
                      </a:r>
                      <a:endParaRPr lang="en-US" sz="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Match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§10.2.3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6126480" y="2651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852928"/>
          <a:ext cx="28346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371600"/>
                <a:gridCol w="685800"/>
                <a:gridCol w="365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2563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6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/token</a:t>
                      </a:r>
                      <a:endParaRPr lang="en-US" sz="6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OAuth2 Grant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§7.1.2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6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/fhir/R4/DocumentReference?...</a:t>
                      </a:r>
                      <a:endParaRPr lang="en-US" sz="6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 Query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§10.2.1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6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/fhir/R4/Binary/{id}</a:t>
                      </a:r>
                      <a:endParaRPr lang="en-US" sz="6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 Retrieve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§10.2.2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>
                    <a:lnL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</a:tbl>
          </a:graphicData>
        </a:graphic>
      </p:graphicFrame>
      <p:sp>
        <p:nvSpPr>
          <p:cNvPr id="41" name="Shape 37"/>
          <p:cNvSpPr/>
          <p:nvPr/>
        </p:nvSpPr>
        <p:spPr>
          <a:xfrm>
            <a:off x="6035040" y="3840480"/>
            <a:ext cx="2834640" cy="10515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6035040" y="3840480"/>
            <a:ext cx="45720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39"/>
          <p:cNvSpPr/>
          <p:nvPr/>
        </p:nvSpPr>
        <p:spPr>
          <a:xfrm>
            <a:off x="6217920" y="38862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(Appendix B)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Query: respond &lt; 3s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Retrieve: respond &lt; 5s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timeout: 30s / 60s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timeout: 50s / 100s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228600" y="4892040"/>
            <a:ext cx="8686800" cy="201168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45" name="Text 41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LOLA 1 = can't query docs  |  LOLA 2 = CAN query docs  |  Doc Query uses LOCAL ID only — Broker handles fan-out  |  Unlink = permanent  |  Reset = temporary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Signify Health — Workflow Example (Complete &amp; Condensed)</dc:title>
  <dc:subject>PptxGenJS Presentation</dc:subject>
  <dc:creator>PptxGenJS</dc:creator>
  <cp:lastModifiedBy>PptxGenJS</cp:lastModifiedBy>
  <cp:revision>1</cp:revision>
  <dcterms:created xsi:type="dcterms:W3CDTF">2026-04-08T02:22:47Z</dcterms:created>
  <dcterms:modified xsi:type="dcterms:W3CDTF">2026-04-08T02:22:47Z</dcterms:modified>
</cp:coreProperties>
</file>